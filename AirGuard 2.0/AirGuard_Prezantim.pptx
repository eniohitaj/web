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D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23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AirGuard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shkollës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Gjimnazi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“Ali Demi”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Vlorë</a:t>
            </a:r>
            <a:endParaRPr lang="en-US" sz="1400" dirty="0">
              <a:solidFill>
                <a:srgbClr val="7DB8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DRAP: 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Fier</a:t>
            </a:r>
            <a:endParaRPr lang="en-US" sz="1400" dirty="0">
              <a:solidFill>
                <a:srgbClr val="7DB8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ZVAP: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Vlorë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Himarë</a:t>
            </a:r>
            <a:endParaRPr lang="en-US" sz="1400" dirty="0">
              <a:solidFill>
                <a:srgbClr val="7DB8C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Emrat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nxënësve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përbërës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ekipit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Enio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Hitaj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Sara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Brakaj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Anjeza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Gjokaj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Brandon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Çobo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Kejsi Levendi.</a:t>
            </a:r>
          </a:p>
          <a:p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mësuesit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</a:t>
            </a:r>
            <a:r>
              <a:rPr lang="en-US" sz="1400" b="1" dirty="0">
                <a:solidFill>
                  <a:srgbClr val="C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Klodiana</a:t>
            </a:r>
            <a:r>
              <a:rPr lang="en-US" sz="14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Xhelili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Fushat: Inxhinieria &amp; Teknologjia  •  IA &amp; Teknologjia Digjitale  •  Shkencat Natyrore</a:t>
            </a:r>
            <a:endParaRPr lang="en-US" sz="1100" dirty="0"/>
          </a:p>
        </p:txBody>
      </p:sp>
      <p:pic>
        <p:nvPicPr>
          <p:cNvPr id="1026" name="Picture 2" descr="No photo description availabl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23" y="347980"/>
            <a:ext cx="952130" cy="8300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noFill/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&amp; Pyetja Kërkimore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Aktual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 i kimisë me ajrosje shumë të kufizuar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1 dritare e vogël + dera si burime ajri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Numri i lartë i nxënësve rrit CO₂ shpejt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Nivelet mbi 1000 ppm dëmtojnë performancën dhe shëndetin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Nxënësi kalon 60–80% të kohës në mjedise të tilla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97680" cy="347472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Pyetja Kërkimore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"Çfarë mund të bëjmë për të pasur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nën kontroll parametrat e ajrit në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mjedise të mbyllura me ajrosje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kufizuar?"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3154680"/>
            <a:ext cx="40233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Konteksti: Klasa, laboratorë, mjedise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mbyllura shkollore me ventilim të dobët.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AirGuard?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6616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Monitorim Aktiv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16459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Sensorë të specializuar matin CO₂, temperaturën dhe lagështirën në kohë reale. Të dhënat shfaqen menjëherë në ekranin LCD 16x2.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356616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🔔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Sinjalizim Automatik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2304288"/>
            <a:ext cx="16459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CO₂ &gt; 1000 ppm sistemi ndez automatikisht LED-in e kuq dhe shfaq '!!!' në ekran si paralajmërim.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356616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💨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Pastrimi i Ajrit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2304288"/>
            <a:ext cx="16459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Aktivizohet ventilatori dhe sistemi me Ca(OH)₂ që absorbon CO₂ — metodë e njohur industriale, tani në mjedise shkollore.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Qëllimi &amp; Rezultatet e </a:t>
            </a:r>
            <a:r>
              <a:rPr lang="sq-AL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itshme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56616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Qëllimi i Përgjithshëm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374904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Krijimi i një pajisjeje funksionale që rrit cilësinë e ajrit në mjedise me ajrosje të kufizuar, duke ofruar zgjidhje praktike dhe ekonomike për klasa dhe laboratorë.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e filtrimit me Ca(OH)₂ — e përdorur deri tani vetëm në fabrika dhe termocentrale — tashmë e aksesueshme për shkollat.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356616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Konkrete &amp; të Matshme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527048"/>
            <a:ext cx="3840480" cy="274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Pajisje funksionale: mat CO₂, temperaturë dhe lagështirë në kohë reale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Sinjalizim LED kur CO₂ kalon normat e lejuara (&gt; 1000 ppm)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Ulje e matshme e nivelit të CO₂ pas aktivizimit të ventilatorit</a:t>
            </a:r>
            <a:endParaRPr lang="en-US" sz="13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Rritje e ndërgjegjësimit të nxënësve për cilësinë e ajrit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Metodologjia e Punës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Përcaktimi i Problemit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81328" y="1572768"/>
            <a:ext cx="182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Mbledhja &amp; Analiza e të Dhënave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44368" y="1572768"/>
            <a:ext cx="182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06324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Njehsime Shkencore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1572768"/>
            <a:ext cx="182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2628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Montimi Fizik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70448" y="1572768"/>
            <a:ext cx="182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8932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Dizenjimi i Pajisjes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572768"/>
            <a:ext cx="1828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43800" y="1051560"/>
            <a:ext cx="12344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43800" y="114300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52360" y="23317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Testimi &amp; Analiza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 Kryesore të Punës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2011680" cy="1371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Kërkimore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950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Studim i risive shkencore, sensorëve dhe teknologjive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68880" y="3547872"/>
            <a:ext cx="2011680" cy="1371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Eksperimentale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60320" y="3950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 lidhjesh dhe funksionimi në laborator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547872"/>
            <a:ext cx="2011680" cy="1371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Inxhinierike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3950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Ndërtimi i qarkut dhe pajisjes fizike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3547872"/>
            <a:ext cx="2011680" cy="1371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494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Digjitale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9440" y="3950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Simulime në Wokwi dhe programim Arduino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Komponentët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sq-AL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eknikë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sq-AL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Mikrokontroller kryesor — përpunon të gjitha të dhënat dhe kontrollon dalje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1124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DHT22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DATA → Pin 2 (Digital) • Mat temperaturën + lagështirën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MQ-135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A0 → Pin A0 (Analog) • Mat nivelin e CO₂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2404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LCD I2C 16x2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→ A4, SCL → A5 • Shfaq parametrat dhe alarmet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 Kuq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(+) → Rez. 220Ω → Pin 5 • Sinjalizim vizual CO₂ &gt; 1000ppm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114800" cy="1143000"/>
          </a:xfrm>
          <a:prstGeom prst="rect">
            <a:avLst/>
          </a:prstGeom>
          <a:solidFill>
            <a:srgbClr val="0A2E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Rele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IN → Pin 6 (Digital) • Kontrollon ndezjen e ventilatorit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Logjika e </a:t>
            </a:r>
            <a:r>
              <a:rPr lang="sq-AL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unksionimit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1A0A0A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5029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 &gt;  1000 ppm  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dërgon sinjal HIGH → Pin 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 kuq ndizet automatikisht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dërgon sinjal HIGH → Pin 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aktivizohet dhe mbyll qarkun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Ventilatori fillon të punojë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Ekrani LCD shfaq '!!!' si paralajmërim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97680" cy="3657600"/>
          </a:xfrm>
          <a:prstGeom prst="rect">
            <a:avLst/>
          </a:prstGeom>
          <a:solidFill>
            <a:srgbClr val="0A1A1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2976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 &lt;  1000 ppm  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1645920"/>
            <a:ext cx="3977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dërgon sinjal LOW → Pin 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 kuq fiket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dërgon sinjal LOW → Pin 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çaktivizohet dhe hap qarkun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Ventilatori ndalon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Ekrani LCD shfaq vlerat normale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Llogaritjet Shkencore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CO₂ në 1 m³ ajër (kushte standarde)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ppm → 0.42 L/m³ → p=(C·M)/Vm → 0.77 g/m³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1216152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21615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 g CO₂/m³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CO₂ që reagojnë me 10 g Ca(OH)₂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Ca(OH)₂ + CO₂ → CaCO₃ + H₂O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74.1g : 44g = 10g : Xg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221992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22219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5.94 g CO₂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859536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Vëllimi ajrit për 10 g Ca(OH)₂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m/ρ = 5.94 / 0.77 = 7.7 m³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227832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32278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m³ ajër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859536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Kohëzgjatja me ventilatorin tonë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(1.7 m³/min)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5262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m³ ÷ 1.7 m³/min = 4.5 min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(krahasim: 7.4 m³/min→1 min; 0.3 m³/min→25.6 min)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4233672"/>
            <a:ext cx="20116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0" y="42336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4.5 minuta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Parametrat e </a:t>
            </a:r>
            <a:r>
              <a:rPr lang="sq-AL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onitorimit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3657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 (ppm)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 ppm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Ajër shumë i pastër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600–1000 ppm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Nivel normal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56616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FF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1000–2000 ppm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Ajër i rëndë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051560"/>
            <a:ext cx="2651760" cy="3657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Lagështira  (%)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91840" y="155448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FF99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e thatë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56032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Ideale &amp; e shëndetshme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56616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Ndjesia e rëndimeve fillon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051560"/>
            <a:ext cx="2651760" cy="365760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1097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 (°C)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55448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CA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16–18°C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freskët (mirë për gjumë)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256032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19–22°C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Ideale për dimër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566160"/>
            <a:ext cx="2560320" cy="868680"/>
          </a:xfrm>
          <a:prstGeom prst="rect">
            <a:avLst/>
          </a:prstGeom>
          <a:solidFill>
            <a:srgbClr val="0D4F5C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23–26°C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931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E36"/>
          </a:solidFill>
          <a:ln w="12700">
            <a:solidFill>
              <a:srgbClr val="0A2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Rezultatet &amp; Përfundime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377440"/>
          </a:xfrm>
          <a:prstGeom prst="rect">
            <a:avLst/>
          </a:prstGeom>
          <a:solidFill>
            <a:srgbClr val="0A2E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 Arrit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Pajisje funksionale e ndërtuar dhe testuar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Matje saktë e CO₂, temperaturës dhe lagështirës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Sinjalizim automatik me LED (CO₂ &gt; 1000 ppm)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Aktivizim automatik i ventilatorit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Ulje e matshme e CO₂ pas aktivizimit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3547872"/>
            <a:ext cx="4114800" cy="1371600"/>
          </a:xfrm>
          <a:prstGeom prst="rect">
            <a:avLst/>
          </a:prstGeom>
          <a:solidFill>
            <a:srgbClr val="0D4F5C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Mund të Përmirësohet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00507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8F0"/>
                </a:solidFill>
              </a:rPr>
              <a:t>Mekanizma të avancuar filtrimi  •  Reduktim i zhurmës  •  Shtim zile sinjalizuese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206240" cy="3867912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15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Çfarë Mësuan Nxënësit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393192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Njohuri praktike në elektronikë dhe programim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Lidhja e komponentëve me mikrokontroller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Ndërtim mekanik dhe dizenjim 3D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Ndërgjegjësim mjedisor dhe ekologjik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Bashkëpunim efektiv në ekip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Simulim dixhital (Wokwi, AutoCAD, Tinkercad)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5C"/>
          </a:solidFill>
          <a:ln w="12700">
            <a:solidFill>
              <a:srgbClr val="0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Ndikimi &amp; Zbatueshmëria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8308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384048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 aktiv në laboratorin e kimisë ku cilësia e ajrit është kritike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178308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161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Zgjerim Dixhital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84048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Integrim me app mobile për monitorim në kohë reale nga mësuesit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Replikueshmëri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384048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Kosto e ulët — shkollat e tjera mund ta riprodhojnë lehtësisht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rgbClr val="2A4A5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Potencial Shkencor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3566160"/>
            <a:ext cx="384048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Bashkëpunim me institucione lokale dhe organizata mjedisore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AirGuard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Faleminderit për vëmendjen!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Enio Hitaj  •  Sara Brakaj  •  Anjeza Gjokaj  •  Brandon Çobo  •  Kejsi Levendi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Koordinatore: Klodiana Xhelili  •  Gjimnazi "Ali Demi", Vlorë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1015</Words>
  <Application>Microsoft Office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AirGuard</dc:title>
  <dc:subject>PptxGenJS Presentation</dc:subject>
  <dc:creator>PptxGenJS</dc:creator>
  <cp:lastModifiedBy>Enio Hitaj</cp:lastModifiedBy>
  <cp:revision>4</cp:revision>
  <dcterms:created xsi:type="dcterms:W3CDTF">2026-03-16T13:30:35Z</dcterms:created>
  <dcterms:modified xsi:type="dcterms:W3CDTF">2026-03-16T21:02:16Z</dcterms:modified>
</cp:coreProperties>
</file>